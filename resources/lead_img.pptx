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 showGuides="1">
      <p:cViewPr>
        <p:scale>
          <a:sx n="88" d="100"/>
          <a:sy n="88" d="100"/>
        </p:scale>
        <p:origin x="1576" y="7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C8F16-5B10-8244-CBE0-F4A956602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B433A-915E-0D8F-D262-8A275A049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D27AF-FB71-D94C-0FAE-5DA95E57D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8C0D5-1FF5-8D46-BFD9-47D42456107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D7539-18BC-3246-63A8-EDAFDF5B4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D67A0-D991-C824-877E-05ECEF6CC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05FE-14FA-8144-9FE2-C91AA54C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3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CD69-1287-78F5-FDB3-55FDE651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8D774-9D04-259C-6606-680F398C0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2B42C-96BD-B94F-C4D0-378085C60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8C0D5-1FF5-8D46-BFD9-47D42456107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F9A14-D9BF-CA53-98FC-FA37AA15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8771D-9DFB-77B9-F4B9-DE43D946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05FE-14FA-8144-9FE2-C91AA54C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65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290F-0EE9-36AC-ADC7-B0A72C715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9B1C1-2F2D-106B-8401-08CE6D4C4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676B1-E86D-7E8F-EE25-61CA7302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8C0D5-1FF5-8D46-BFD9-47D42456107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8DA14-1533-93E9-8ED0-12EF3F128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BDD20-488C-A333-FD1E-F24E7BDC8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05FE-14FA-8144-9FE2-C91AA54C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96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46F34-D236-FF52-2C40-3C168B598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7504E-66B8-33D0-590F-E7B85361F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A5E6C-5586-B4B5-D2E3-37E8098C6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C0281-9423-F623-A2ED-40EA5DE8A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8C0D5-1FF5-8D46-BFD9-47D42456107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E18E6-A2D4-161E-E1A2-676E7ABC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12C6E-9D4B-45CE-7320-18331D5D2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05FE-14FA-8144-9FE2-C91AA54C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57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AFCAD-E594-7EB6-4572-0775343D5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B19DF-CBB5-CCE8-C42F-8389AC98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D995A-9284-20E5-95DF-DDABD3542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B49CE-E310-5EAC-77F2-7B069B0B8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D57C0F-3731-278A-D024-BCC37AA64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07680A-DA2F-B58C-C083-DAAF44F3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8C0D5-1FF5-8D46-BFD9-47D424561074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21D67-DD81-B547-2009-34AB9B3A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41ECA-A89E-0610-96EF-844F7862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05FE-14FA-8144-9FE2-C91AA54C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5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0B64-96ED-3256-1098-157F1AB82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235880-D5B1-5F9B-9FDB-AC737721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8C0D5-1FF5-8D46-BFD9-47D424561074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F81A7-680C-C037-DC59-FA37B624C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9CEA0-CA60-7A77-D9E8-06A2FEF5C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05FE-14FA-8144-9FE2-C91AA54C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57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9AFCAA-D868-9C81-C1CF-0C2298AF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8C0D5-1FF5-8D46-BFD9-47D424561074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24CBB-CD43-FC60-A0EB-5F6C559A0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2814E-AADF-A985-942F-2EDF990A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05FE-14FA-8144-9FE2-C91AA54C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03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7447-0ED8-1EBC-CC65-95E8A7908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B70B1-F375-50C7-0509-9991D7B3B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FD66F-3A29-EF20-2DDD-324CB4A8F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1D12C-BB59-7BE2-539D-B1048651B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8C0D5-1FF5-8D46-BFD9-47D42456107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A2D95-6D67-36FE-3359-F15095F8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A9278-8916-6C01-2447-808940FEB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05FE-14FA-8144-9FE2-C91AA54C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13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A7BB7-39F2-776B-813E-766DD7880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1CD34-6D5D-70FF-6699-AD9F26BFE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3FE54-3F53-8008-EE3D-72FC30847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08D2F-59B4-0650-F05F-E62D672C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8C0D5-1FF5-8D46-BFD9-47D42456107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537B3-624F-FE03-00E4-33612D7A8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C22A8-2502-E191-12EA-12A0A07D4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05FE-14FA-8144-9FE2-C91AA54C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93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C8D3F-100E-374A-D906-CF03938C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56ADE-07CD-B00D-0A11-DC9AC3D70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D184C-1AAC-6080-70E5-784B98CFE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8C0D5-1FF5-8D46-BFD9-47D42456107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CD6EE-0B6A-5F47-B9BD-E943EDC94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5CCCB-65AA-910B-0D09-2842428F3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05FE-14FA-8144-9FE2-C91AA54C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89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920FFE-33CD-C700-1AC4-4091199C65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2C1FB-F4C1-B480-B0E4-5FD458186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C688E-26D8-802D-D35D-8A2CCF88A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8C0D5-1FF5-8D46-BFD9-47D42456107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A4C33-208A-CFC9-DDF0-0CA90A8A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C6EAF-7DB9-3CA0-BB0E-7B2B30CEA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05FE-14FA-8144-9FE2-C91AA54C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43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3E349A-EF91-D9D4-355F-719FC2634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6294D-CFBB-98AC-C041-75F3FD96E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82772-9250-881C-CA1E-63295FE5B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8C0D5-1FF5-8D46-BFD9-47D42456107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EF0F6-0295-A332-1559-E3DA2A61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A224E-FE50-7F0A-83A2-BC55A5AB4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605FE-14FA-8144-9FE2-C91AA54CB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9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3F11D0-68A6-FE0F-0392-D9949A3FF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5" y="272544"/>
            <a:ext cx="5076229" cy="28565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18A637-9874-88E9-0473-607F7073B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05" y="1811058"/>
            <a:ext cx="5076229" cy="28565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7E8BC8-61A7-CB0F-8F73-2C850F345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095" y="3349572"/>
            <a:ext cx="5076229" cy="28565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23303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 Nyame-Mensah</dc:creator>
  <cp:lastModifiedBy>Ama Nyame-Mensah</cp:lastModifiedBy>
  <cp:revision>1</cp:revision>
  <dcterms:created xsi:type="dcterms:W3CDTF">2026-09-06T18:40:40Z</dcterms:created>
  <dcterms:modified xsi:type="dcterms:W3CDTF">2026-09-06T18:44:45Z</dcterms:modified>
</cp:coreProperties>
</file>